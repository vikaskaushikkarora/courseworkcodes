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type="screen4x3" cy="6858000" cx="9144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tableStyles" Target="tableStyles.xml"/><Relationship Id="rId18" Type="http://schemas.openxmlformats.org/officeDocument/2006/relationships/presProps" Target="presProps.xml"/><Relationship Id="rId19" Type="http://schemas.openxmlformats.org/officeDocument/2006/relationships/viewProps" Target="viewProp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4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50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5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5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5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0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0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0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0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0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1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13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1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1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58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4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2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6941C-D887-4F1C-B3F4-2E83A502A0C6}" type="datetimeFigureOut">
              <a:rPr lang="en-US" smtClean="0"/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6C70F-93A6-416E-AB9A-81C17C0CE95C}" type="slidenum">
              <a:rPr lang="en-US" smtClean="0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Rectangle 3"/>
          <p:cNvSpPr/>
          <p:nvPr/>
        </p:nvSpPr>
        <p:spPr>
          <a:xfrm>
            <a:off x="838200" y="457200"/>
            <a:ext cx="7391400" cy="6549009"/>
          </a:xfrm>
          <a:prstGeom prst="rect"/>
          <a:noFill/>
        </p:spPr>
        <p:txBody>
          <a:bodyPr bIns="45720" lIns="91440" rIns="91440" tIns="45720" wrap="square">
            <a:spAutoFit/>
            <a:scene3d>
              <a:camera prst="orthographicFront">
                <a:rot lat="0" lon="0" rev="0"/>
              </a:camera>
              <a:lightRig dir="t" rig="glow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p>
            <a:pPr algn="ctr"/>
            <a:r>
              <a:rPr b="1" cap="none" dirty="0" sz="11500" lang="en-US" spc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algn="tl" blurRad="88000" dir="5040000" dist="50800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LEAST SQUARE FITTING</a:t>
            </a:r>
            <a:endParaRPr b="1" cap="none" dirty="0" sz="11500" lang="en-US" spc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algn="tl" blurRad="88000" dir="5040000" dist="50800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" descr="Captur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752601" y="1349206"/>
            <a:ext cx="6331528" cy="4670594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ctrTitle"/>
          </p:nvPr>
        </p:nvSpPr>
        <p:spPr>
          <a:xfrm>
            <a:off x="761998" y="0"/>
            <a:ext cx="7772400" cy="1470025"/>
          </a:xfrm>
        </p:spPr>
        <p:txBody>
          <a:bodyPr/>
          <a:p>
            <a:r>
              <a:rPr dirty="0" lang="en-US" smtClean="0"/>
              <a:t>Line of best fit</a:t>
            </a:r>
            <a:endParaRPr dirty="0" lang="en-US"/>
          </a:p>
        </p:txBody>
      </p:sp>
      <p:sp>
        <p:nvSpPr>
          <p:cNvPr id="1048596" name="Subtitle 2"/>
          <p:cNvSpPr>
            <a:spLocks noGrp="1"/>
          </p:cNvSpPr>
          <p:nvPr>
            <p:ph type="subTitle" idx="1"/>
          </p:nvPr>
        </p:nvSpPr>
        <p:spPr>
          <a:xfrm>
            <a:off x="609598" y="1219200"/>
            <a:ext cx="7924800" cy="4419600"/>
          </a:xfrm>
        </p:spPr>
        <p:txBody>
          <a:bodyPr>
            <a:noAutofit/>
          </a:bodyPr>
          <a:p>
            <a:pPr algn="just"/>
            <a:r>
              <a:rPr dirty="0" sz="2400" lang="en-US">
                <a:solidFill>
                  <a:schemeClr val="tx1"/>
                </a:solidFill>
              </a:rPr>
              <a:t>A </a:t>
            </a:r>
            <a:r>
              <a:rPr b="1" dirty="0" sz="2400" lang="en-US">
                <a:solidFill>
                  <a:schemeClr val="tx1"/>
                </a:solidFill>
              </a:rPr>
              <a:t>line of best fit </a:t>
            </a:r>
            <a:r>
              <a:rPr dirty="0" sz="2400" lang="en-US">
                <a:solidFill>
                  <a:schemeClr val="tx1"/>
                </a:solidFill>
              </a:rPr>
              <a:t>is a straight line that is the best approximation of the given set of data.</a:t>
            </a:r>
          </a:p>
          <a:p>
            <a:pPr algn="just"/>
            <a:r>
              <a:rPr dirty="0" sz="2400" lang="en-US">
                <a:solidFill>
                  <a:schemeClr val="tx1"/>
                </a:solidFill>
              </a:rPr>
              <a:t>It is used to study the nature of the relation between two variables. </a:t>
            </a:r>
          </a:p>
          <a:p>
            <a:pPr algn="just"/>
            <a:r>
              <a:rPr dirty="0" sz="2400" lang="en-US">
                <a:solidFill>
                  <a:schemeClr val="tx1"/>
                </a:solidFill>
              </a:rPr>
              <a:t>A line of best fit can be roughly determined using an eyeball method by drawing a straight line on a scatter </a:t>
            </a:r>
            <a:r>
              <a:rPr dirty="0" sz="2400" lang="en-US" smtClean="0">
                <a:solidFill>
                  <a:schemeClr val="tx1"/>
                </a:solidFill>
              </a:rPr>
              <a:t>plot so </a:t>
            </a:r>
            <a:r>
              <a:rPr dirty="0" sz="2400" lang="en-US">
                <a:solidFill>
                  <a:schemeClr val="tx1"/>
                </a:solidFill>
              </a:rPr>
              <a:t>that the number of points above the line and below the line is about equal (and the line passes through as many points as possible).</a:t>
            </a:r>
          </a:p>
          <a:p>
            <a:pPr algn="just"/>
            <a:r>
              <a:rPr dirty="0" sz="2400" lang="en-US">
                <a:solidFill>
                  <a:schemeClr val="tx1"/>
                </a:solidFill>
              </a:rPr>
              <a:t>A more accurate way of finding the line of best fit is the </a:t>
            </a:r>
            <a:r>
              <a:rPr b="1" dirty="0" sz="2400" lang="en-US">
                <a:solidFill>
                  <a:schemeClr val="tx1"/>
                </a:solidFill>
              </a:rPr>
              <a:t>least square method </a:t>
            </a:r>
            <a:r>
              <a:rPr dirty="0" sz="2400" lang="en-US">
                <a:solidFill>
                  <a:schemeClr val="tx1"/>
                </a:solidFill>
              </a:rPr>
              <a:t>.</a:t>
            </a:r>
          </a:p>
          <a:p>
            <a:pPr algn="just"/>
            <a:endParaRPr dirty="0" sz="2400"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dirty="0" lang="en-US" smtClean="0"/>
              <a:t>Least squares </a:t>
            </a:r>
            <a:endParaRPr dirty="0" lang="en-US"/>
          </a:p>
        </p:txBody>
      </p:sp>
      <p:sp>
        <p:nvSpPr>
          <p:cNvPr id="104859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6875" lnSpcReduction="20000"/>
          </a:bodyPr>
          <a:p>
            <a:r>
              <a:rPr dirty="0" lang="en-US"/>
              <a:t>The least squares method is a form of mathematical regression analysis that finds the line of best fit for a dataset, providing a visual demonstration of the relationship between the data points. Each point of data is representative of the relationship between a known independent variable and an unknown dependent variable.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470025"/>
          </a:xfrm>
        </p:spPr>
        <p:txBody>
          <a:bodyPr>
            <a:normAutofit/>
          </a:bodyPr>
          <a:p>
            <a:r>
              <a:rPr b="1" dirty="0" sz="5400" i="1" lang="en-US" err="1" smtClean="0">
                <a:latin typeface="Algerian" pitchFamily="82" charset="0"/>
              </a:rPr>
              <a:t>Hooke’slaw</a:t>
            </a:r>
            <a:endParaRPr b="1" dirty="0" sz="5400" i="1" lang="en-US">
              <a:latin typeface="Algerian" pitchFamily="82" charset="0"/>
            </a:endParaRPr>
          </a:p>
        </p:txBody>
      </p:sp>
      <p:sp>
        <p:nvSpPr>
          <p:cNvPr id="1048600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400800" cy="3962400"/>
          </a:xfrm>
        </p:spPr>
        <p:txBody>
          <a:bodyPr>
            <a:normAutofit fontScale="96875" lnSpcReduction="20000"/>
          </a:bodyPr>
          <a:p>
            <a:pPr algn="just"/>
            <a:r>
              <a:rPr dirty="0" lang="en-US" smtClean="0">
                <a:solidFill>
                  <a:schemeClr val="tx1"/>
                </a:solidFill>
              </a:rPr>
              <a:t>It states that resolving force of a spring is directly proportional to a small displacement.</a:t>
            </a:r>
          </a:p>
          <a:p>
            <a:pPr algn="just"/>
            <a:r>
              <a:rPr dirty="0" lang="en-US" smtClean="0">
                <a:solidFill>
                  <a:schemeClr val="tx1"/>
                </a:solidFill>
              </a:rPr>
              <a:t>Mathematically:-       F=-</a:t>
            </a:r>
            <a:r>
              <a:rPr dirty="0" lang="en-US" err="1" smtClean="0">
                <a:solidFill>
                  <a:schemeClr val="tx1"/>
                </a:solidFill>
              </a:rPr>
              <a:t>kx</a:t>
            </a:r>
            <a:endParaRPr dirty="0" lang="en-US" smtClean="0">
              <a:solidFill>
                <a:schemeClr val="tx1"/>
              </a:solidFill>
            </a:endParaRPr>
          </a:p>
          <a:p>
            <a:pPr algn="just"/>
            <a:r>
              <a:rPr dirty="0" lang="en-US" smtClean="0">
                <a:solidFill>
                  <a:schemeClr val="tx1"/>
                </a:solidFill>
              </a:rPr>
              <a:t>Where x is measure of displacement , k is constant of proportionality and specific for each spring.</a:t>
            </a:r>
            <a:endParaRPr dirty="0"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2" descr="new hook editor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466416" y="766390"/>
            <a:ext cx="6534584" cy="5602504"/>
          </a:xfrm>
          <a:prstGeom prst="rect"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1" descr="hook consol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70888" y="309127"/>
            <a:ext cx="8402223" cy="6239746"/>
          </a:xfrm>
          <a:prstGeom prst="rect"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" descr="hook console 2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61362" y="309127"/>
            <a:ext cx="8421276" cy="6239746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3" descr="new hook graph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66800" y="762000"/>
            <a:ext cx="7196354" cy="5385583"/>
          </a:xfrm>
          <a:prstGeom prst="rect"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ctrTitle"/>
          </p:nvPr>
        </p:nvSpPr>
        <p:spPr>
          <a:xfrm>
            <a:off x="1909819" y="186167"/>
            <a:ext cx="4747827" cy="1248153"/>
          </a:xfrm>
        </p:spPr>
        <p:txBody>
          <a:bodyPr>
            <a:normAutofit fontScale="90000"/>
          </a:bodyPr>
          <a:p>
            <a:r>
              <a:rPr b="1" dirty="0" sz="6600" i="1" lang="en-US" smtClean="0">
                <a:latin typeface="Algerian" pitchFamily="82" charset="0"/>
              </a:rPr>
              <a:t>Ohm’s law</a:t>
            </a:r>
            <a:endParaRPr b="1" dirty="0" sz="6600" i="1" lang="en-US">
              <a:latin typeface="Algerian" pitchFamily="82" charset="0"/>
            </a:endParaRPr>
          </a:p>
        </p:txBody>
      </p:sp>
      <p:sp>
        <p:nvSpPr>
          <p:cNvPr id="1048602" name="Subtitle 2"/>
          <p:cNvSpPr>
            <a:spLocks noGrp="1"/>
          </p:cNvSpPr>
          <p:nvPr>
            <p:ph type="subTitle" idx="1"/>
          </p:nvPr>
        </p:nvSpPr>
        <p:spPr>
          <a:xfrm>
            <a:off x="1371599" y="1221315"/>
            <a:ext cx="6400800" cy="3581400"/>
          </a:xfrm>
        </p:spPr>
        <p:txBody>
          <a:bodyPr>
            <a:noAutofit/>
          </a:bodyPr>
          <a:p>
            <a:pPr algn="just"/>
            <a:r>
              <a:rPr dirty="0" sz="3600" lang="en-US" smtClean="0">
                <a:solidFill>
                  <a:schemeClr val="tx1"/>
                </a:solidFill>
              </a:rPr>
              <a:t>It states that the voltage across two points of a conductor is directly proportional to the current flowing between same two points.</a:t>
            </a:r>
          </a:p>
          <a:p>
            <a:pPr algn="just"/>
            <a:r>
              <a:rPr dirty="0" sz="3600" lang="en-US" smtClean="0">
                <a:solidFill>
                  <a:schemeClr val="tx1"/>
                </a:solidFill>
              </a:rPr>
              <a:t>Mathematically :-</a:t>
            </a:r>
          </a:p>
          <a:p>
            <a:r>
              <a:rPr dirty="0" sz="3600" lang="en-US" smtClean="0">
                <a:solidFill>
                  <a:schemeClr val="tx1"/>
                </a:solidFill>
              </a:rPr>
              <a:t>V=IR</a:t>
            </a:r>
            <a:endParaRPr dirty="0" sz="3600"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Picture 2" descr="ohm law new editor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471179" y="823548"/>
            <a:ext cx="6456268" cy="5424852"/>
          </a:xfrm>
          <a:prstGeom prst="rect"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1" descr="ohm console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7072" y="304363"/>
            <a:ext cx="8449855" cy="6249273"/>
          </a:xfrm>
          <a:prstGeom prst="rect"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1" descr="ohm console 2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51835" y="309127"/>
            <a:ext cx="8440329" cy="6239746"/>
          </a:xfrm>
          <a:prstGeom prst="rect"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Picture 2" descr="ohm new graph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89761" y="762000"/>
            <a:ext cx="6964480" cy="5334000"/>
          </a:xfrm>
          <a:prstGeom prst="rect"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 1</dc:title>
  <dc:creator>abc</dc:creator>
  <cp:lastModifiedBy>abc</cp:lastModifiedBy>
  <dcterms:created xsi:type="dcterms:W3CDTF">2018-11-08T19:04:46Z</dcterms:created>
  <dcterms:modified xsi:type="dcterms:W3CDTF">2018-11-18T16:11:31Z</dcterms:modified>
</cp:coreProperties>
</file>