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61" r:id="rId2"/>
    <p:sldId id="256" r:id="rId3"/>
    <p:sldId id="257" r:id="rId4"/>
    <p:sldId id="258" r:id="rId5"/>
    <p:sldId id="259" r:id="rId6"/>
    <p:sldId id="260" r:id="rId7"/>
    <p:sldId id="274" r:id="rId8"/>
    <p:sldId id="262" r:id="rId9"/>
    <p:sldId id="263" r:id="rId10"/>
    <p:sldId id="264" r:id="rId11"/>
    <p:sldId id="265" r:id="rId12"/>
    <p:sldId id="277" r:id="rId13"/>
    <p:sldId id="266" r:id="rId14"/>
    <p:sldId id="267" r:id="rId15"/>
    <p:sldId id="268" r:id="rId16"/>
    <p:sldId id="269" r:id="rId17"/>
    <p:sldId id="270" r:id="rId18"/>
    <p:sldId id="271" r:id="rId19"/>
    <p:sldId id="272" r:id="rId20"/>
    <p:sldId id="273" r:id="rId21"/>
    <p:sldId id="275" r:id="rId22"/>
    <p:sldId id="27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339" autoAdjust="0"/>
    <p:restoredTop sz="94660"/>
  </p:normalViewPr>
  <p:slideViewPr>
    <p:cSldViewPr>
      <p:cViewPr>
        <p:scale>
          <a:sx n="86" d="100"/>
          <a:sy n="86" d="100"/>
        </p:scale>
        <p:origin x="-906" y="-1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0937475-7D87-419A-8C1B-0E56B402A3B7}" type="datetimeFigureOut">
              <a:rPr lang="en-US" smtClean="0"/>
              <a:pPr/>
              <a:t>8/19/2018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9F697A-53A8-4B9D-8D1B-B32E1A5D2BF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937475-7D87-419A-8C1B-0E56B402A3B7}" type="datetimeFigureOut">
              <a:rPr lang="en-US" smtClean="0"/>
              <a:pPr/>
              <a:t>8/19/2018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9F697A-53A8-4B9D-8D1B-B32E1A5D2BF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937475-7D87-419A-8C1B-0E56B402A3B7}" type="datetimeFigureOut">
              <a:rPr lang="en-US" smtClean="0"/>
              <a:pPr/>
              <a:t>8/19/2018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9F697A-53A8-4B9D-8D1B-B32E1A5D2BF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0937475-7D87-419A-8C1B-0E56B402A3B7}" type="datetimeFigureOut">
              <a:rPr lang="en-US" smtClean="0"/>
              <a:pPr/>
              <a:t>8/19/2018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9F697A-53A8-4B9D-8D1B-B32E1A5D2BF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0937475-7D87-419A-8C1B-0E56B402A3B7}" type="datetimeFigureOut">
              <a:rPr lang="en-US" smtClean="0"/>
              <a:pPr/>
              <a:t>8/19/2018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9F697A-53A8-4B9D-8D1B-B32E1A5D2BF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0937475-7D87-419A-8C1B-0E56B402A3B7}" type="datetimeFigureOut">
              <a:rPr lang="en-US" smtClean="0"/>
              <a:pPr/>
              <a:t>8/19/2018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9F697A-53A8-4B9D-8D1B-B32E1A5D2BF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937475-7D87-419A-8C1B-0E56B402A3B7}" type="datetimeFigureOut">
              <a:rPr lang="en-US" smtClean="0"/>
              <a:pPr/>
              <a:t>8/19/2018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9F697A-53A8-4B9D-8D1B-B32E1A5D2BF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937475-7D87-419A-8C1B-0E56B402A3B7}" type="datetimeFigureOut">
              <a:rPr lang="en-US" smtClean="0"/>
              <a:pPr/>
              <a:t>8/19/2018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9F697A-53A8-4B9D-8D1B-B32E1A5D2BF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937475-7D87-419A-8C1B-0E56B402A3B7}" type="datetimeFigureOut">
              <a:rPr lang="en-US" smtClean="0"/>
              <a:pPr/>
              <a:t>8/19/2018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9F697A-53A8-4B9D-8D1B-B32E1A5D2BF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937475-7D87-419A-8C1B-0E56B402A3B7}" type="datetimeFigureOut">
              <a:rPr lang="en-US" smtClean="0"/>
              <a:pPr/>
              <a:t>8/19/2018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9F697A-53A8-4B9D-8D1B-B32E1A5D2BF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937475-7D87-419A-8C1B-0E56B402A3B7}" type="datetimeFigureOut">
              <a:rPr lang="en-US" smtClean="0"/>
              <a:pPr/>
              <a:t>8/19/2018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9F697A-53A8-4B9D-8D1B-B32E1A5D2BF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937475-7D87-419A-8C1B-0E56B402A3B7}" type="datetimeFigureOut">
              <a:rPr lang="en-US" smtClean="0"/>
              <a:pPr/>
              <a:t>8/19/2018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9F697A-53A8-4B9D-8D1B-B32E1A5D2BF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600200"/>
            <a:ext cx="8686800" cy="3827110"/>
          </a:xfrm>
        </p:spPr>
        <p:txBody>
          <a:bodyPr>
            <a:normAutofit/>
          </a:bodyPr>
          <a:lstStyle/>
          <a:p>
            <a:endParaRPr lang="en-US" dirty="0"/>
          </a:p>
        </p:txBody>
      </p:sp>
      <p:sp>
        <p:nvSpPr>
          <p:cNvPr id="3" name="Text Placeholder 2"/>
          <p:cNvSpPr>
            <a:spLocks noGrp="1"/>
          </p:cNvSpPr>
          <p:nvPr>
            <p:ph type="body" idx="1"/>
          </p:nvPr>
        </p:nvSpPr>
        <p:spPr>
          <a:xfrm>
            <a:off x="762000" y="1752600"/>
            <a:ext cx="7772400" cy="2654300"/>
          </a:xfrm>
        </p:spPr>
        <p:txBody>
          <a:bodyPr>
            <a:normAutofit/>
          </a:bodyPr>
          <a:lstStyle/>
          <a:p>
            <a:r>
              <a:rPr lang="en-US" sz="2800" b="1" i="1" dirty="0" smtClean="0"/>
              <a:t>“l think it’s fair to say that personal computers have become the most empowering tool we’ve ever created. They’re tools of communication ,they’re tools of creativity, and they can be shaped by their user.”</a:t>
            </a:r>
            <a:br>
              <a:rPr lang="en-US" sz="2800" b="1" i="1" dirty="0" smtClean="0"/>
            </a:br>
            <a:r>
              <a:rPr lang="en-US" sz="2800" b="1" i="1" dirty="0" smtClean="0"/>
              <a:t>---------------------Bill gates</a:t>
            </a:r>
            <a:endParaRPr lang="en-US" sz="2800" b="1" i="1" dirty="0"/>
          </a:p>
        </p:txBody>
      </p:sp>
      <p:pic>
        <p:nvPicPr>
          <p:cNvPr id="6146" name="Picture 2" descr="C:\Users\Abhay Singh\Desktop\download.jpg"/>
          <p:cNvPicPr>
            <a:picLocks noChangeAspect="1" noChangeArrowheads="1"/>
          </p:cNvPicPr>
          <p:nvPr/>
        </p:nvPicPr>
        <p:blipFill>
          <a:blip r:embed="rId2"/>
          <a:srcRect/>
          <a:stretch>
            <a:fillRect/>
          </a:stretch>
        </p:blipFill>
        <p:spPr bwMode="auto">
          <a:xfrm>
            <a:off x="5562600" y="3657600"/>
            <a:ext cx="2495550" cy="177165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1026" name="Picture 2" descr="C:\Users\Abhay Singh\Desktop\1.png"/>
          <p:cNvPicPr>
            <a:picLocks noChangeAspect="1" noChangeArrowheads="1"/>
          </p:cNvPicPr>
          <p:nvPr/>
        </p:nvPicPr>
        <p:blipFill>
          <a:blip r:embed="rId2"/>
          <a:srcRect/>
          <a:stretch>
            <a:fillRect/>
          </a:stretch>
        </p:blipFill>
        <p:spPr bwMode="auto">
          <a:xfrm>
            <a:off x="152400" y="0"/>
            <a:ext cx="8991600" cy="68580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descr="C:\Users\Abhay Singh\Desktop\2.pn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descr="C:\Users\Abhay Singh\Desktop\3.png"/>
          <p:cNvPicPr>
            <a:picLocks noChangeAspect="1" noChangeArrowheads="1"/>
          </p:cNvPicPr>
          <p:nvPr/>
        </p:nvPicPr>
        <p:blipFill>
          <a:blip r:embed="rId2"/>
          <a:srcRect/>
          <a:stretch>
            <a:fillRect/>
          </a:stretch>
        </p:blipFill>
        <p:spPr bwMode="auto">
          <a:xfrm>
            <a:off x="0" y="0"/>
            <a:ext cx="9144000" cy="800100"/>
          </a:xfrm>
          <a:prstGeom prst="rect">
            <a:avLst/>
          </a:prstGeom>
          <a:noFill/>
        </p:spPr>
      </p:pic>
      <p:pic>
        <p:nvPicPr>
          <p:cNvPr id="3075" name="Picture 3" descr="C:\Users\Abhay Singh\Desktop\put it on 3.png"/>
          <p:cNvPicPr>
            <a:picLocks noChangeAspect="1" noChangeArrowheads="1"/>
          </p:cNvPicPr>
          <p:nvPr/>
        </p:nvPicPr>
        <p:blipFill>
          <a:blip r:embed="rId3"/>
          <a:srcRect/>
          <a:stretch>
            <a:fillRect/>
          </a:stretch>
        </p:blipFill>
        <p:spPr bwMode="auto">
          <a:xfrm>
            <a:off x="0" y="685800"/>
            <a:ext cx="9144000" cy="61722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descr="C:\Users\Abhay Singh\Desktop\4.pn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5122" name="Picture 2" descr="C:\Users\Abhay Singh\Desktop\5.png"/>
          <p:cNvPicPr>
            <a:picLocks noChangeAspect="1" noChangeArrowheads="1"/>
          </p:cNvPicPr>
          <p:nvPr/>
        </p:nvPicPr>
        <p:blipFill>
          <a:blip r:embed="rId2"/>
          <a:srcRect/>
          <a:stretch>
            <a:fillRect/>
          </a:stretch>
        </p:blipFill>
        <p:spPr bwMode="auto">
          <a:xfrm>
            <a:off x="1" y="0"/>
            <a:ext cx="4571999" cy="6858000"/>
          </a:xfrm>
          <a:prstGeom prst="rect">
            <a:avLst/>
          </a:prstGeom>
          <a:noFill/>
        </p:spPr>
      </p:pic>
      <p:pic>
        <p:nvPicPr>
          <p:cNvPr id="5123" name="Picture 3" descr="C:\Users\Abhay Singh\Desktop\6.png"/>
          <p:cNvPicPr>
            <a:picLocks noChangeAspect="1" noChangeArrowheads="1"/>
          </p:cNvPicPr>
          <p:nvPr/>
        </p:nvPicPr>
        <p:blipFill>
          <a:blip r:embed="rId3"/>
          <a:srcRect/>
          <a:stretch>
            <a:fillRect/>
          </a:stretch>
        </p:blipFill>
        <p:spPr bwMode="auto">
          <a:xfrm>
            <a:off x="4572000" y="0"/>
            <a:ext cx="4572000" cy="68580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Abhay Singh\Desktop\80160-___product-shoot-laptop-glass-and-programming-hd.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2" name="Title 1"/>
          <p:cNvSpPr>
            <a:spLocks noGrp="1"/>
          </p:cNvSpPr>
          <p:nvPr>
            <p:ph type="ctrTitle"/>
          </p:nvPr>
        </p:nvSpPr>
        <p:spPr/>
        <p:txBody>
          <a:bodyPr/>
          <a:lstStyle/>
          <a:p>
            <a:r>
              <a:rPr lang="en-US" b="1" i="1" u="sng" dirty="0" smtClean="0">
                <a:solidFill>
                  <a:schemeClr val="bg1"/>
                </a:solidFill>
                <a:latin typeface="Sakkal Majalla" pitchFamily="2" charset="-78"/>
                <a:cs typeface="Sakkal Majalla" pitchFamily="2" charset="-78"/>
              </a:rPr>
              <a:t>LETS TALK ABOUT THE  PROJECT</a:t>
            </a:r>
            <a:endParaRPr lang="en-US" b="1" i="1" u="sng" dirty="0">
              <a:solidFill>
                <a:schemeClr val="bg1"/>
              </a:solidFill>
              <a:latin typeface="Sakkal Majalla" pitchFamily="2" charset="-78"/>
              <a:cs typeface="Sakkal Majalla" pitchFamily="2" charset="-78"/>
            </a:endParaRPr>
          </a:p>
        </p:txBody>
      </p:sp>
      <p:sp>
        <p:nvSpPr>
          <p:cNvPr id="3" name="Subtitle 2"/>
          <p:cNvSpPr>
            <a:spLocks noGrp="1"/>
          </p:cNvSpPr>
          <p:nvPr>
            <p:ph type="subTitle" idx="1"/>
          </p:nvPr>
        </p:nvSpPr>
        <p:spPr>
          <a:xfrm>
            <a:off x="1219200" y="3505200"/>
            <a:ext cx="6400800" cy="1752600"/>
          </a:xfrm>
        </p:spPr>
        <p:txBody>
          <a:bodyPr/>
          <a:lstStyle/>
          <a:p>
            <a:r>
              <a:rPr lang="en-US" b="1" i="1" dirty="0" smtClean="0">
                <a:solidFill>
                  <a:schemeClr val="bg1"/>
                </a:solidFill>
              </a:rPr>
              <a:t>     </a:t>
            </a:r>
            <a:r>
              <a:rPr lang="en-US" b="1" i="1" dirty="0" smtClean="0">
                <a:solidFill>
                  <a:schemeClr val="accent6">
                    <a:lumMod val="75000"/>
                  </a:schemeClr>
                </a:solidFill>
              </a:rPr>
              <a:t>Plotting </a:t>
            </a:r>
            <a:r>
              <a:rPr lang="en-US" b="1" i="1" dirty="0" smtClean="0">
                <a:solidFill>
                  <a:schemeClr val="accent6">
                    <a:lumMod val="75000"/>
                  </a:schemeClr>
                </a:solidFill>
              </a:rPr>
              <a:t>graphs ,Loops ,iterations and Relational operators in SCILAB </a:t>
            </a:r>
            <a:endParaRPr lang="en-US" b="1" i="1" dirty="0">
              <a:solidFill>
                <a:schemeClr val="accent6">
                  <a:lumMod val="7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b="1" i="1" dirty="0">
              <a:latin typeface="Algerian" pitchFamily="82" charset="0"/>
              <a:cs typeface="Cordia New" pitchFamily="34" charset="-34"/>
            </a:endParaRPr>
          </a:p>
        </p:txBody>
      </p:sp>
      <p:pic>
        <p:nvPicPr>
          <p:cNvPr id="1026" name="Picture 2" descr="C:\Users\Abhay Singh\Desktop\curve.png"/>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bhay Singh\Desktop\curve.png"/>
          <p:cNvPicPr>
            <a:picLocks noChangeAspect="1" noChangeArrowheads="1"/>
          </p:cNvPicPr>
          <p:nvPr/>
        </p:nvPicPr>
        <p:blipFill>
          <a:blip r:embed="rId2"/>
          <a:srcRect/>
          <a:stretch>
            <a:fillRect/>
          </a:stretch>
        </p:blipFill>
        <p:spPr bwMode="auto">
          <a:xfrm>
            <a:off x="838200" y="381000"/>
            <a:ext cx="7315200" cy="55626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Abhay Singh\Desktop\exponential plot .jpg"/>
          <p:cNvPicPr>
            <a:picLocks noChangeAspect="1" noChangeArrowheads="1"/>
          </p:cNvPicPr>
          <p:nvPr/>
        </p:nvPicPr>
        <p:blipFill>
          <a:blip r:embed="rId2"/>
          <a:srcRect/>
          <a:stretch>
            <a:fillRect/>
          </a:stretch>
        </p:blipFill>
        <p:spPr bwMode="auto">
          <a:xfrm>
            <a:off x="0" y="1"/>
            <a:ext cx="9144000" cy="68580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bhay Singh\Desktop\log plot .jpg"/>
          <p:cNvPicPr>
            <a:picLocks noChangeAspect="1" noChangeArrowheads="1"/>
          </p:cNvPicPr>
          <p:nvPr/>
        </p:nvPicPr>
        <p:blipFill>
          <a:blip r:embed="rId2"/>
          <a:srcRect/>
          <a:stretch>
            <a:fillRect/>
          </a:stretch>
        </p:blipFill>
        <p:spPr bwMode="auto">
          <a:xfrm>
            <a:off x="0" y="0"/>
            <a:ext cx="9143999" cy="68580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bhay Singh\Desktop\sin cos.png"/>
          <p:cNvPicPr>
            <a:picLocks noChangeAspect="1" noChangeArrowheads="1"/>
          </p:cNvPicPr>
          <p:nvPr/>
        </p:nvPicPr>
        <p:blipFill>
          <a:blip r:embed="rId2"/>
          <a:srcRect/>
          <a:stretch>
            <a:fillRect/>
          </a:stretch>
        </p:blipFill>
        <p:spPr bwMode="auto">
          <a:xfrm>
            <a:off x="-1" y="0"/>
            <a:ext cx="9144001" cy="67056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bhay Singh\Desktop\3d plot 1.png"/>
          <p:cNvPicPr>
            <a:picLocks noChangeAspect="1" noChangeArrowheads="1"/>
          </p:cNvPicPr>
          <p:nvPr/>
        </p:nvPicPr>
        <p:blipFill>
          <a:blip r:embed="rId2"/>
          <a:srcRect/>
          <a:stretch>
            <a:fillRect/>
          </a:stretch>
        </p:blipFill>
        <p:spPr bwMode="auto">
          <a:xfrm>
            <a:off x="0" y="0"/>
            <a:ext cx="9144000" cy="67056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Abhay Singh\Desktop\3d plot 2.png"/>
          <p:cNvPicPr>
            <a:picLocks noChangeAspect="1" noChangeArrowheads="1"/>
          </p:cNvPicPr>
          <p:nvPr/>
        </p:nvPicPr>
        <p:blipFill>
          <a:blip r:embed="rId2"/>
          <a:srcRect/>
          <a:stretch>
            <a:fillRect/>
          </a:stretch>
        </p:blipFill>
        <p:spPr bwMode="auto">
          <a:xfrm>
            <a:off x="0" y="0"/>
            <a:ext cx="8991600" cy="6857999"/>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IF ELSE </a:t>
            </a:r>
            <a:br>
              <a:rPr lang="en-US" dirty="0" smtClean="0"/>
            </a:br>
            <a:endParaRPr lang="en-US" dirty="0"/>
          </a:p>
        </p:txBody>
      </p:sp>
      <p:pic>
        <p:nvPicPr>
          <p:cNvPr id="7170" name="Picture 2" descr="C:\Users\Abhay Singh\Desktop\iPhone 7\photo\IMG_2563.PNG"/>
          <p:cNvPicPr>
            <a:picLocks noChangeAspect="1" noChangeArrowheads="1"/>
          </p:cNvPicPr>
          <p:nvPr/>
        </p:nvPicPr>
        <p:blipFill>
          <a:blip r:embed="rId2"/>
          <a:srcRect/>
          <a:stretch>
            <a:fillRect/>
          </a:stretch>
        </p:blipFill>
        <p:spPr bwMode="auto">
          <a:xfrm>
            <a:off x="152400" y="1528763"/>
            <a:ext cx="8839200" cy="4719637"/>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 Statement</a:t>
            </a:r>
            <a:endParaRPr lang="en-US" dirty="0"/>
          </a:p>
        </p:txBody>
      </p:sp>
      <p:pic>
        <p:nvPicPr>
          <p:cNvPr id="8195" name="Picture 3" descr="C:\Users\Abhay Singh\Desktop\iPhone 7\photo\IMG_2564.PNG"/>
          <p:cNvPicPr>
            <a:picLocks noChangeAspect="1" noChangeArrowheads="1"/>
          </p:cNvPicPr>
          <p:nvPr/>
        </p:nvPicPr>
        <p:blipFill>
          <a:blip r:embed="rId2"/>
          <a:srcRect/>
          <a:stretch>
            <a:fillRect/>
          </a:stretch>
        </p:blipFill>
        <p:spPr bwMode="auto">
          <a:xfrm>
            <a:off x="1376363" y="1543050"/>
            <a:ext cx="6391275" cy="37719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and while loops </a:t>
            </a:r>
            <a:endParaRPr lang="en-US" dirty="0"/>
          </a:p>
        </p:txBody>
      </p:sp>
      <p:pic>
        <p:nvPicPr>
          <p:cNvPr id="9218" name="Picture 2" descr="C:\Users\Abhay Singh\Desktop\iPhone 7\photo\IMG_2565.PNG"/>
          <p:cNvPicPr>
            <a:picLocks noChangeAspect="1" noChangeArrowheads="1"/>
          </p:cNvPicPr>
          <p:nvPr/>
        </p:nvPicPr>
        <p:blipFill>
          <a:blip r:embed="rId2"/>
          <a:srcRect/>
          <a:stretch>
            <a:fillRect/>
          </a:stretch>
        </p:blipFill>
        <p:spPr bwMode="auto">
          <a:xfrm>
            <a:off x="228601" y="1452563"/>
            <a:ext cx="4267200" cy="3952875"/>
          </a:xfrm>
          <a:prstGeom prst="rect">
            <a:avLst/>
          </a:prstGeom>
          <a:noFill/>
        </p:spPr>
      </p:pic>
      <p:pic>
        <p:nvPicPr>
          <p:cNvPr id="9219" name="Picture 3" descr="C:\Users\Abhay Singh\Desktop\iPhone 7\photo\IMG_2566.PNG"/>
          <p:cNvPicPr>
            <a:picLocks noChangeAspect="1" noChangeArrowheads="1"/>
          </p:cNvPicPr>
          <p:nvPr/>
        </p:nvPicPr>
        <p:blipFill>
          <a:blip r:embed="rId3"/>
          <a:srcRect/>
          <a:stretch>
            <a:fillRect/>
          </a:stretch>
        </p:blipFill>
        <p:spPr bwMode="auto">
          <a:xfrm>
            <a:off x="4572000" y="1447800"/>
            <a:ext cx="3824288" cy="41910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BREAK AND CONTINUE </a:t>
            </a:r>
            <a:endParaRPr lang="en-US" dirty="0"/>
          </a:p>
        </p:txBody>
      </p:sp>
      <p:pic>
        <p:nvPicPr>
          <p:cNvPr id="10242" name="Picture 2" descr="C:\Users\Abhay Singh\Desktop\iPhone 7\photo\IMG_2567.PNG"/>
          <p:cNvPicPr>
            <a:picLocks noChangeAspect="1" noChangeArrowheads="1"/>
          </p:cNvPicPr>
          <p:nvPr/>
        </p:nvPicPr>
        <p:blipFill>
          <a:blip r:embed="rId2"/>
          <a:srcRect/>
          <a:stretch>
            <a:fillRect/>
          </a:stretch>
        </p:blipFill>
        <p:spPr bwMode="auto">
          <a:xfrm>
            <a:off x="1" y="1828800"/>
            <a:ext cx="4190999" cy="4267200"/>
          </a:xfrm>
          <a:prstGeom prst="rect">
            <a:avLst/>
          </a:prstGeom>
          <a:noFill/>
        </p:spPr>
      </p:pic>
      <p:pic>
        <p:nvPicPr>
          <p:cNvPr id="10243" name="Picture 3" descr="C:\Users\Abhay Singh\Desktop\iPhone 7\photo\IMG_2568.PNG"/>
          <p:cNvPicPr>
            <a:picLocks noChangeAspect="1" noChangeArrowheads="1"/>
          </p:cNvPicPr>
          <p:nvPr/>
        </p:nvPicPr>
        <p:blipFill>
          <a:blip r:embed="rId3"/>
          <a:srcRect/>
          <a:stretch>
            <a:fillRect/>
          </a:stretch>
        </p:blipFill>
        <p:spPr bwMode="auto">
          <a:xfrm>
            <a:off x="4267200" y="1828800"/>
            <a:ext cx="4876800" cy="4295775"/>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NESTED CONTROL STRUCTURE </a:t>
            </a:r>
            <a:endParaRPr lang="en-US" dirty="0"/>
          </a:p>
        </p:txBody>
      </p:sp>
      <p:pic>
        <p:nvPicPr>
          <p:cNvPr id="11266" name="Picture 2" descr="C:\Users\Abhay Singh\Desktop\iPhone 7\photo\IMG_2569.PNG"/>
          <p:cNvPicPr>
            <a:picLocks noChangeAspect="1" noChangeArrowheads="1"/>
          </p:cNvPicPr>
          <p:nvPr/>
        </p:nvPicPr>
        <p:blipFill>
          <a:blip r:embed="rId2"/>
          <a:srcRect/>
          <a:stretch>
            <a:fillRect/>
          </a:stretch>
        </p:blipFill>
        <p:spPr bwMode="auto">
          <a:xfrm>
            <a:off x="0" y="1219200"/>
            <a:ext cx="9143999" cy="54864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RELATIONAL OPERATORS</a:t>
            </a:r>
            <a:endParaRPr lang="en-US"/>
          </a:p>
        </p:txBody>
      </p:sp>
      <p:pic>
        <p:nvPicPr>
          <p:cNvPr id="12290" name="Picture 2" descr="C:\Users\Abhay Singh\Desktop\iPhone 7\photo\IMG_2570.PNG"/>
          <p:cNvPicPr>
            <a:picLocks noChangeAspect="1" noChangeArrowheads="1"/>
          </p:cNvPicPr>
          <p:nvPr/>
        </p:nvPicPr>
        <p:blipFill>
          <a:blip r:embed="rId2"/>
          <a:srcRect/>
          <a:stretch>
            <a:fillRect/>
          </a:stretch>
        </p:blipFill>
        <p:spPr bwMode="auto">
          <a:xfrm>
            <a:off x="1066800" y="1828800"/>
            <a:ext cx="6457950" cy="462915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7772400" cy="1470025"/>
          </a:xfrm>
        </p:spPr>
        <p:txBody>
          <a:bodyPr/>
          <a:lstStyle/>
          <a:p>
            <a:r>
              <a:rPr lang="en-US" dirty="0" smtClean="0"/>
              <a:t>PRESENTATION By</a:t>
            </a:r>
            <a:endParaRPr lang="en-US" dirty="0"/>
          </a:p>
        </p:txBody>
      </p:sp>
      <p:sp>
        <p:nvSpPr>
          <p:cNvPr id="3" name="Subtitle 2"/>
          <p:cNvSpPr>
            <a:spLocks noGrp="1"/>
          </p:cNvSpPr>
          <p:nvPr>
            <p:ph type="subTitle" idx="1"/>
          </p:nvPr>
        </p:nvSpPr>
        <p:spPr>
          <a:xfrm>
            <a:off x="1371600" y="2362200"/>
            <a:ext cx="6400800" cy="2971800"/>
          </a:xfrm>
        </p:spPr>
        <p:txBody>
          <a:bodyPr>
            <a:normAutofit/>
          </a:bodyPr>
          <a:lstStyle/>
          <a:p>
            <a:r>
              <a:rPr lang="en-US" dirty="0" smtClean="0"/>
              <a:t>SABHYATA</a:t>
            </a:r>
          </a:p>
          <a:p>
            <a:r>
              <a:rPr lang="en-US" dirty="0" smtClean="0"/>
              <a:t>VRINDA</a:t>
            </a:r>
          </a:p>
          <a:p>
            <a:r>
              <a:rPr lang="en-US" dirty="0" smtClean="0"/>
              <a:t>ABHAY  </a:t>
            </a:r>
          </a:p>
          <a:p>
            <a:r>
              <a:rPr lang="en-US" dirty="0" smtClean="0"/>
              <a:t>           </a:t>
            </a:r>
            <a:r>
              <a:rPr lang="en-US" dirty="0" err="1" smtClean="0"/>
              <a:t>BSc</a:t>
            </a:r>
            <a:r>
              <a:rPr lang="en-US" dirty="0" smtClean="0"/>
              <a:t>(H.S) PHYSICS 3</a:t>
            </a:r>
            <a:r>
              <a:rPr lang="en-US" baseline="30000" dirty="0" smtClean="0"/>
              <a:t>rd</a:t>
            </a:r>
            <a:r>
              <a:rPr lang="en-US" dirty="0" smtClean="0"/>
              <a:t> Semester</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bhay Singh\Desktop\download.png"/>
          <p:cNvPicPr>
            <a:picLocks noChangeAspect="1" noChangeArrowheads="1"/>
          </p:cNvPicPr>
          <p:nvPr/>
        </p:nvPicPr>
        <p:blipFill>
          <a:blip r:embed="rId2"/>
          <a:srcRect/>
          <a:stretch>
            <a:fillRect/>
          </a:stretch>
        </p:blipFill>
        <p:spPr bwMode="auto">
          <a:xfrm>
            <a:off x="0" y="152400"/>
            <a:ext cx="9144000" cy="6705600"/>
          </a:xfrm>
          <a:prstGeom prst="rect">
            <a:avLst/>
          </a:prstGeom>
          <a:noFill/>
        </p:spPr>
      </p:pic>
      <p:sp>
        <p:nvSpPr>
          <p:cNvPr id="2" name="Title 1"/>
          <p:cNvSpPr>
            <a:spLocks noGrp="1"/>
          </p:cNvSpPr>
          <p:nvPr>
            <p:ph type="title"/>
          </p:nvPr>
        </p:nvSpPr>
        <p:spPr/>
        <p:txBody>
          <a:bodyPr/>
          <a:lstStyle/>
          <a:p>
            <a:r>
              <a:rPr lang="en-US" dirty="0" smtClean="0"/>
              <a:t>Acknowledgement</a:t>
            </a:r>
            <a:endParaRPr lang="en-US" dirty="0"/>
          </a:p>
        </p:txBody>
      </p:sp>
      <p:sp>
        <p:nvSpPr>
          <p:cNvPr id="3" name="Content Placeholder 2"/>
          <p:cNvSpPr>
            <a:spLocks noGrp="1"/>
          </p:cNvSpPr>
          <p:nvPr>
            <p:ph idx="1"/>
          </p:nvPr>
        </p:nvSpPr>
        <p:spPr/>
        <p:txBody>
          <a:bodyPr/>
          <a:lstStyle/>
          <a:p>
            <a:r>
              <a:rPr lang="en-US" b="1" dirty="0" smtClean="0"/>
              <a:t>A sincere thanks to Dr. </a:t>
            </a:r>
            <a:r>
              <a:rPr lang="en-US" b="1" dirty="0" err="1" smtClean="0"/>
              <a:t>Lokesh</a:t>
            </a:r>
            <a:r>
              <a:rPr lang="en-US" b="1" dirty="0" smtClean="0"/>
              <a:t> Kumar for his guidance and supervision</a:t>
            </a:r>
          </a:p>
          <a:p>
            <a:r>
              <a:rPr lang="en-US" b="1" dirty="0" smtClean="0"/>
              <a:t>All the classmates with whom we learnt the basics of SCILAB</a:t>
            </a:r>
          </a:p>
          <a:p>
            <a:r>
              <a:rPr lang="en-US" b="1" i="1" u="sng" dirty="0" smtClean="0"/>
              <a:t>Department of Physics </a:t>
            </a:r>
            <a:r>
              <a:rPr lang="en-US" b="1" i="1" u="sng" dirty="0" err="1" smtClean="0"/>
              <a:t>Panjab</a:t>
            </a:r>
            <a:r>
              <a:rPr lang="en-US" b="1" i="1" u="sng" dirty="0" smtClean="0"/>
              <a:t> university </a:t>
            </a:r>
            <a:r>
              <a:rPr lang="en-US" b="1" dirty="0" smtClean="0"/>
              <a:t>,where we are able to learn the skills of computer programming </a:t>
            </a:r>
            <a:endParaRPr lang="en-US"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583</TotalTime>
  <Words>125</Words>
  <Application>Microsoft Office PowerPoint</Application>
  <PresentationFormat>On-screen Show (4:3)</PresentationFormat>
  <Paragraphs>18</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Slide 1</vt:lpstr>
      <vt:lpstr>Slide 2</vt:lpstr>
      <vt:lpstr>Slide 3</vt:lpstr>
      <vt:lpstr>Slide 4</vt:lpstr>
      <vt:lpstr>Slide 5</vt:lpstr>
      <vt:lpstr>Slide 6</vt:lpstr>
      <vt:lpstr>LETS TALK ABOUT THE  PROJECT</vt:lpstr>
      <vt:lpstr>Slide 8</vt:lpstr>
      <vt:lpstr>Slide 9</vt:lpstr>
      <vt:lpstr>Slide 10</vt:lpstr>
      <vt:lpstr>Slide 11</vt:lpstr>
      <vt:lpstr>Slide 12</vt:lpstr>
      <vt:lpstr>Slide 13</vt:lpstr>
      <vt:lpstr>Slide 14</vt:lpstr>
      <vt:lpstr>IF ELSE  </vt:lpstr>
      <vt:lpstr>Select Statement</vt:lpstr>
      <vt:lpstr>For and while loops </vt:lpstr>
      <vt:lpstr>BREAK AND CONTINUE </vt:lpstr>
      <vt:lpstr>NESTED CONTROL STRUCTURE </vt:lpstr>
      <vt:lpstr>RELATIONAL OPERATORS</vt:lpstr>
      <vt:lpstr>PRESENTATION By</vt:lpstr>
      <vt:lpstr>Acknowledgement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Abhay Singh</dc:creator>
  <cp:lastModifiedBy>Abhay Singh</cp:lastModifiedBy>
  <cp:revision>32</cp:revision>
  <dcterms:created xsi:type="dcterms:W3CDTF">2018-08-12T13:10:00Z</dcterms:created>
  <dcterms:modified xsi:type="dcterms:W3CDTF">2018-08-19T17:37:11Z</dcterms:modified>
</cp:coreProperties>
</file>